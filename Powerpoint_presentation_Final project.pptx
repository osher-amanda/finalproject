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Oswa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6DB2B9-28A2-4EE7-8DDB-40AED807CCD6}">
  <a:tblStyle styleId="{126DB2B9-28A2-4EE7-8DDB-40AED807CCD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00000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0000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4111ca1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4111ca1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4111ca19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4111ca19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4111ca19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54111ca19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bde79162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bde79162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her-Amanda/FinalProject" TargetMode="External"/><Relationship Id="rId7" Type="http://schemas.openxmlformats.org/officeDocument/2006/relationships/hyperlink" Target="https://docs.google.com/document/d/1Tz2-h4FVtumFvJ0q6BZB7NpHBbNRT4sSijQvJNm2YBM/edit?usp=drivesd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atascienceportfol.io/osheramandafavel" TargetMode="External"/><Relationship Id="rId5" Type="http://schemas.openxmlformats.org/officeDocument/2006/relationships/hyperlink" Target="https://final-project-zeta-woad.vercel.app/" TargetMode="External"/><Relationship Id="rId4" Type="http://schemas.openxmlformats.org/officeDocument/2006/relationships/hyperlink" Target="https://www.loom.com/share/7e0a004f95b9499d95fff475e0f16987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1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4753700" y="2496725"/>
            <a:ext cx="20868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7057200" y="2496725"/>
            <a:ext cx="20868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550" y="2908799"/>
            <a:ext cx="4712952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5"/>
          <p:cNvSpPr txBox="1"/>
          <p:nvPr/>
        </p:nvSpPr>
        <p:spPr>
          <a:xfrm>
            <a:off x="348116" y="-45987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 //Developers</a:t>
            </a:r>
            <a:r>
              <a:rPr lang="en" sz="2400" dirty="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_Institute</a:t>
            </a: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_                  </a:t>
            </a:r>
            <a:r>
              <a:rPr lang="en" sz="30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24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Coding Bootcamp</a:t>
            </a:r>
            <a:endParaRPr sz="24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 smtClean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Smart Rental Listings App</a:t>
            </a: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-4525" y="4789500"/>
            <a:ext cx="91440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Azerbaijan 🇦🇿- México 🇲🇽 - Cameroon 🇨🇲 - Senegal 🇸🇳 - Burkina Faso 🇧🇫 - Mali 🇲🇱 - Ghana 🇬🇭 - Togo 🇹🇬 - Mauritius 🇲🇺 - Morocco 🇲🇦 - India 🇮🇳 - Georgia 🇬🇪 - Israël 🇮🇱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pic>
        <p:nvPicPr>
          <p:cNvPr id="108" name="Google Shape;10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116" y="728800"/>
            <a:ext cx="2264217" cy="24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5"/>
          <p:cNvSpPr txBox="1"/>
          <p:nvPr/>
        </p:nvSpPr>
        <p:spPr>
          <a:xfrm>
            <a:off x="257125" y="3132000"/>
            <a:ext cx="24462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FFFFFF"/>
                </a:solidFill>
                <a:highlight>
                  <a:srgbClr val="222529"/>
                </a:highlight>
              </a:rPr>
              <a:t>Developers Institute ranked for </a:t>
            </a:r>
            <a:r>
              <a:rPr lang="en" sz="1150" b="1">
                <a:solidFill>
                  <a:srgbClr val="FF0000"/>
                </a:solidFill>
                <a:highlight>
                  <a:srgbClr val="222529"/>
                </a:highlight>
              </a:rPr>
              <a:t>Best Coding Bootcamp Worldwide</a:t>
            </a:r>
            <a:r>
              <a:rPr lang="en" sz="1150" b="1">
                <a:solidFill>
                  <a:srgbClr val="FFFFFF"/>
                </a:solidFill>
                <a:highlight>
                  <a:srgbClr val="222529"/>
                </a:highlight>
              </a:rPr>
              <a:t> for 2023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Smart Rental Listings App</a:t>
            </a:r>
            <a:endParaRPr dirty="0"/>
          </a:p>
        </p:txBody>
      </p:sp>
      <p:sp>
        <p:nvSpPr>
          <p:cNvPr id="115" name="Google Shape;115;p26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46082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 smtClean="0"/>
              <a:t>A full-stack rental search web app designed to help users not only browse apartments, but actually compare, evaluate, and make better rental decisions.</a:t>
            </a:r>
          </a:p>
          <a:p>
            <a:r>
              <a:rPr lang="en-US" sz="1600" dirty="0"/>
              <a:t>Most rental platforms focus on showing listings, but not on helping users choose between them. When I was looking for an apartment myself, I found it difficult to keep track of options, compare listings properly, and understand unfamiliar areas in Israel.</a:t>
            </a:r>
          </a:p>
          <a:p>
            <a:r>
              <a:rPr lang="en-US" sz="1600" dirty="0"/>
              <a:t>This app solves that by giving users tools to:</a:t>
            </a:r>
          </a:p>
          <a:p>
            <a:r>
              <a:rPr lang="en-US" sz="1600" dirty="0"/>
              <a:t>filter listings </a:t>
            </a:r>
          </a:p>
          <a:p>
            <a:r>
              <a:rPr lang="en-US" sz="1600" dirty="0"/>
              <a:t>save favorites </a:t>
            </a:r>
          </a:p>
          <a:p>
            <a:r>
              <a:rPr lang="en-US" sz="1600" dirty="0"/>
              <a:t>compare apartments side-by-side </a:t>
            </a:r>
          </a:p>
          <a:p>
            <a:r>
              <a:rPr lang="en-US" sz="1600" dirty="0"/>
              <a:t>read reviews </a:t>
            </a:r>
          </a:p>
          <a:p>
            <a:r>
              <a:rPr lang="en-US" sz="1600" dirty="0"/>
              <a:t>get similar listing recommendations </a:t>
            </a:r>
          </a:p>
          <a:p>
            <a:pPr marL="114300" indent="0">
              <a:buNone/>
            </a:pPr>
            <a:r>
              <a:rPr lang="en-US" sz="1600" dirty="0" smtClean="0"/>
              <a:t>- </a:t>
            </a:r>
            <a:r>
              <a:rPr lang="en-US" sz="1600" dirty="0"/>
              <a:t>This is especially helpful for </a:t>
            </a:r>
            <a:r>
              <a:rPr lang="en-US" sz="1600" b="1" dirty="0" err="1"/>
              <a:t>olim</a:t>
            </a:r>
            <a:r>
              <a:rPr lang="en-US" sz="1600" b="1" dirty="0"/>
              <a:t> </a:t>
            </a:r>
            <a:r>
              <a:rPr lang="en-US" sz="1600" b="1" dirty="0" err="1"/>
              <a:t>chadashim</a:t>
            </a:r>
            <a:r>
              <a:rPr lang="en-US" sz="1600" dirty="0"/>
              <a:t> and anyone unfamiliar with different neighborhoods.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Technical Stack</a:t>
            </a:r>
            <a:endParaRPr dirty="0"/>
          </a:p>
        </p:txBody>
      </p:sp>
      <p:sp>
        <p:nvSpPr>
          <p:cNvPr id="121" name="Google Shape;12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Frontend</a:t>
            </a:r>
          </a:p>
          <a:p>
            <a:pPr marL="114300" indent="0">
              <a:buNone/>
            </a:pPr>
            <a:r>
              <a:rPr lang="en-US" dirty="0" smtClean="0"/>
              <a:t>React, Axios, </a:t>
            </a:r>
            <a:r>
              <a:rPr lang="en-US" dirty="0" err="1" smtClean="0"/>
              <a:t>Vite</a:t>
            </a:r>
            <a:r>
              <a:rPr lang="en-US" dirty="0" smtClean="0"/>
              <a:t>, JavaScript, CSS </a:t>
            </a:r>
            <a:endParaRPr lang="en-US" dirty="0"/>
          </a:p>
          <a:p>
            <a:r>
              <a:rPr lang="en-US" b="1" dirty="0"/>
              <a:t>Backend</a:t>
            </a:r>
          </a:p>
          <a:p>
            <a:pPr marL="114300" indent="0">
              <a:buNone/>
            </a:pPr>
            <a:r>
              <a:rPr lang="en-US" dirty="0" smtClean="0"/>
              <a:t>Node.js, Express.js </a:t>
            </a:r>
            <a:endParaRPr lang="en-US" dirty="0"/>
          </a:p>
          <a:p>
            <a:r>
              <a:rPr lang="en-US" b="1" dirty="0"/>
              <a:t>Database</a:t>
            </a:r>
          </a:p>
          <a:p>
            <a:pPr marL="114300" indent="0">
              <a:buNone/>
            </a:pPr>
            <a:r>
              <a:rPr lang="en-US" dirty="0" smtClean="0"/>
              <a:t>PostgreSQL, Neon </a:t>
            </a:r>
            <a:endParaRPr lang="en-US" dirty="0"/>
          </a:p>
          <a:p>
            <a:r>
              <a:rPr lang="en-US" b="1" dirty="0"/>
              <a:t>Deployment</a:t>
            </a:r>
          </a:p>
          <a:p>
            <a:pPr marL="114300" indent="0">
              <a:buNone/>
            </a:pPr>
            <a:r>
              <a:rPr lang="en-US" dirty="0"/>
              <a:t>Vercel (</a:t>
            </a:r>
            <a:r>
              <a:rPr lang="en-US" dirty="0" smtClean="0"/>
              <a:t>frontend), Render </a:t>
            </a:r>
            <a:r>
              <a:rPr lang="en-US" dirty="0"/>
              <a:t>(backend) </a:t>
            </a:r>
          </a:p>
          <a:p>
            <a:r>
              <a:rPr lang="en-US" b="1" dirty="0"/>
              <a:t>Tools Used</a:t>
            </a:r>
          </a:p>
          <a:p>
            <a:pPr marL="114300" indent="0">
              <a:buNone/>
            </a:pPr>
            <a:r>
              <a:rPr lang="en-US" dirty="0" err="1" smtClean="0"/>
              <a:t>Git</a:t>
            </a:r>
            <a:r>
              <a:rPr lang="en-US" dirty="0" smtClean="0"/>
              <a:t>, GitHub, VS </a:t>
            </a:r>
            <a:r>
              <a:rPr lang="en-US" dirty="0"/>
              <a:t>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</a:t>
            </a:r>
            <a:r>
              <a:rPr lang="en" dirty="0" smtClean="0"/>
              <a:t>list / Project Highlights</a:t>
            </a:r>
            <a:endParaRPr dirty="0"/>
          </a:p>
        </p:txBody>
      </p:sp>
      <p:sp>
        <p:nvSpPr>
          <p:cNvPr id="127" name="Google Shape;12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Main Features</a:t>
            </a:r>
          </a:p>
          <a:p>
            <a:r>
              <a:rPr lang="en-US" sz="1600" dirty="0"/>
              <a:t>Search and filter listings by price and city </a:t>
            </a:r>
          </a:p>
          <a:p>
            <a:r>
              <a:rPr lang="en-US" sz="1600" dirty="0"/>
              <a:t>Save favorite apartments </a:t>
            </a:r>
          </a:p>
          <a:p>
            <a:r>
              <a:rPr lang="en-US" sz="1600" dirty="0"/>
              <a:t>Compare up to 3 listings side-by-side </a:t>
            </a:r>
          </a:p>
          <a:p>
            <a:r>
              <a:rPr lang="en-US" sz="1600" dirty="0"/>
              <a:t>Add and view user reviews </a:t>
            </a:r>
          </a:p>
          <a:p>
            <a:r>
              <a:rPr lang="en-US" sz="1600" dirty="0"/>
              <a:t>Similar listing recommendations </a:t>
            </a:r>
          </a:p>
          <a:p>
            <a:r>
              <a:rPr lang="en-US" sz="1600" dirty="0"/>
              <a:t>In-app notifications </a:t>
            </a:r>
          </a:p>
          <a:p>
            <a:r>
              <a:rPr lang="en-US" sz="1600" dirty="0"/>
              <a:t>Responsive and deployed full-stack app </a:t>
            </a:r>
          </a:p>
          <a:p>
            <a:r>
              <a:rPr lang="en-US" b="1" dirty="0"/>
              <a:t>What makes it different</a:t>
            </a:r>
          </a:p>
          <a:p>
            <a:r>
              <a:rPr lang="en-US" sz="1600" dirty="0"/>
              <a:t>Unlike typical rental apps, this project focuses on </a:t>
            </a:r>
            <a:r>
              <a:rPr lang="en-US" sz="1600" b="1" dirty="0"/>
              <a:t>decision-making</a:t>
            </a:r>
            <a:r>
              <a:rPr lang="en-US" sz="1600" dirty="0"/>
              <a:t>, not just browsing.</a:t>
            </a:r>
          </a:p>
          <a:p>
            <a:r>
              <a:rPr lang="en-US" sz="1600" dirty="0"/>
              <a:t>It helps users organize, compare, and evaluate apartments in one place.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Link</a:t>
            </a:r>
            <a:endParaRPr dirty="0"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 smtClean="0"/>
              <a:t>Github link: 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github.com/Osher-Amanda/FinalProject</a:t>
            </a:r>
            <a:endParaRPr lang="en-US" dirty="0" smtClean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" dirty="0" smtClean="0"/>
              <a:t>Loom </a:t>
            </a:r>
            <a:r>
              <a:rPr lang="en" dirty="0"/>
              <a:t>video </a:t>
            </a:r>
            <a:r>
              <a:rPr lang="en" dirty="0" smtClean="0"/>
              <a:t>link: 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www.loom.com/share/7e0a004f95b9499d95fff475e0f16987</a:t>
            </a:r>
            <a:endParaRPr lang="en-US" dirty="0" smtClean="0"/>
          </a:p>
          <a:p>
            <a:pPr marL="0" lvl="0" indent="0">
              <a:spcBef>
                <a:spcPts val="1600"/>
              </a:spcBef>
              <a:buNone/>
            </a:pPr>
            <a:r>
              <a:rPr lang="en" dirty="0" smtClean="0"/>
              <a:t>Deployed </a:t>
            </a:r>
            <a:r>
              <a:rPr lang="en" dirty="0" smtClean="0"/>
              <a:t>link:  </a:t>
            </a: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final-project-zeta-woad.vercel.app</a:t>
            </a:r>
            <a:endParaRPr lang="en-US" dirty="0" smtClean="0"/>
          </a:p>
          <a:p>
            <a:pPr marL="0" lvl="0" indent="0">
              <a:spcBef>
                <a:spcPts val="1600"/>
              </a:spcBef>
              <a:buNone/>
            </a:pPr>
            <a:r>
              <a:rPr lang="en" dirty="0" smtClean="0"/>
              <a:t>Portfolio </a:t>
            </a:r>
            <a:r>
              <a:rPr lang="en" dirty="0" smtClean="0"/>
              <a:t>link:  </a:t>
            </a:r>
            <a:r>
              <a:rPr lang="en-US" dirty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datascienceportfol.io/osheramandafavel</a:t>
            </a:r>
            <a:endParaRPr lang="en-US" dirty="0" smtClean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 smtClean="0"/>
              <a:t>Technical article link:  </a:t>
            </a:r>
            <a:r>
              <a:rPr lang="en-US" dirty="0" smtClean="0">
                <a:hlinkClick r:id="rId7"/>
              </a:rPr>
              <a:t>https://docs.google.com/document/d/1Tz2-h4FVtumFvJ0q6BZB7NpHBbNRT4sSijQvJNm2YBM/edit?usp=drivesdk</a:t>
            </a:r>
            <a:endParaRPr lang="en-US" dirty="0" smtClean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Career Prep</a:t>
            </a:r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CV </a:t>
            </a:r>
            <a:r>
              <a:rPr lang="en" dirty="0" smtClean="0"/>
              <a:t>link: </a:t>
            </a:r>
            <a:r>
              <a:rPr lang="en-US" dirty="0"/>
              <a:t>https://github.com/Osher-Amanda/DI-BOOTCAMP-MAIN/blob/main/Osher_Amanda_Favel_CV%20.pdf</a:t>
            </a:r>
            <a:endParaRPr dirty="0"/>
          </a:p>
          <a:p>
            <a:pPr marL="0" lvl="0" indent="0">
              <a:spcBef>
                <a:spcPts val="1600"/>
              </a:spcBef>
              <a:buNone/>
            </a:pPr>
            <a:r>
              <a:rPr lang="en" dirty="0"/>
              <a:t>Linkedin </a:t>
            </a:r>
            <a:r>
              <a:rPr lang="en" dirty="0" smtClean="0"/>
              <a:t>link: </a:t>
            </a:r>
            <a:r>
              <a:rPr lang="en-US" dirty="0"/>
              <a:t>https://www.linkedin.com/in/osher-amanda-favel-b38279235?utm_source=share_via&amp;utm_content=profile&amp;utm_medium=member_android</a:t>
            </a:r>
            <a:endParaRPr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Job tracker </a:t>
            </a:r>
            <a:r>
              <a:rPr lang="en" dirty="0" smtClean="0"/>
              <a:t>link: </a:t>
            </a:r>
            <a:r>
              <a:rPr lang="en-US" dirty="0"/>
              <a:t>https://docs.google.com/spreadsheets/d/1Bz3FhVaY32G8b8gB8O4vaHP8NAvKlplO5pkoLXbYGd4/edit?usp=sharing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227524" y="184674"/>
            <a:ext cx="7864915" cy="49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chemeClr val="tx1"/>
                </a:solidFill>
                <a:latin typeface="Oswald"/>
                <a:ea typeface="Oswald"/>
                <a:cs typeface="Oswald"/>
                <a:sym typeface="Oswald"/>
              </a:rPr>
              <a:t>Project Roadmap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  <a:p>
            <a:r>
              <a:rPr lang="en-US" b="1" u="sng" dirty="0">
                <a:solidFill>
                  <a:schemeClr val="tx1"/>
                </a:solidFill>
              </a:rPr>
              <a:t>Phase 1 </a:t>
            </a:r>
            <a:r>
              <a:rPr lang="en-US" b="1" dirty="0">
                <a:solidFill>
                  <a:schemeClr val="tx1"/>
                </a:solidFill>
              </a:rPr>
              <a:t>— Foundation</a:t>
            </a:r>
          </a:p>
          <a:p>
            <a:r>
              <a:rPr lang="en-US" dirty="0">
                <a:solidFill>
                  <a:schemeClr val="tx1"/>
                </a:solidFill>
              </a:rPr>
              <a:t>Project planning and idea definition </a:t>
            </a:r>
          </a:p>
          <a:p>
            <a:r>
              <a:rPr lang="en-US" dirty="0">
                <a:solidFill>
                  <a:schemeClr val="tx1"/>
                </a:solidFill>
              </a:rPr>
              <a:t>React frontend setup </a:t>
            </a:r>
          </a:p>
          <a:p>
            <a:r>
              <a:rPr lang="en-US" dirty="0">
                <a:solidFill>
                  <a:schemeClr val="tx1"/>
                </a:solidFill>
              </a:rPr>
              <a:t>Express backend setup </a:t>
            </a:r>
          </a:p>
          <a:p>
            <a:r>
              <a:rPr lang="en-US" dirty="0">
                <a:solidFill>
                  <a:schemeClr val="tx1"/>
                </a:solidFill>
              </a:rPr>
              <a:t>PostgreSQL / Neon database connection 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Phase 2 </a:t>
            </a:r>
            <a:r>
              <a:rPr lang="en-US" b="1" dirty="0">
                <a:solidFill>
                  <a:schemeClr val="tx1"/>
                </a:solidFill>
              </a:rPr>
              <a:t>— Core Functionality</a:t>
            </a:r>
          </a:p>
          <a:p>
            <a:r>
              <a:rPr lang="en-US" dirty="0">
                <a:solidFill>
                  <a:schemeClr val="tx1"/>
                </a:solidFill>
              </a:rPr>
              <a:t>Display rental listings </a:t>
            </a:r>
          </a:p>
          <a:p>
            <a:r>
              <a:rPr lang="en-US" dirty="0">
                <a:solidFill>
                  <a:schemeClr val="tx1"/>
                </a:solidFill>
              </a:rPr>
              <a:t>Search and filter by city and price </a:t>
            </a:r>
          </a:p>
          <a:p>
            <a:r>
              <a:rPr lang="en-US" dirty="0">
                <a:solidFill>
                  <a:schemeClr val="tx1"/>
                </a:solidFill>
              </a:rPr>
              <a:t>Save listings to favorites </a:t>
            </a:r>
          </a:p>
          <a:p>
            <a:r>
              <a:rPr lang="en-US" dirty="0">
                <a:solidFill>
                  <a:schemeClr val="tx1"/>
                </a:solidFill>
              </a:rPr>
              <a:t>Remove listings from favorites 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Phase 3</a:t>
            </a:r>
            <a:r>
              <a:rPr lang="en-US" b="1" dirty="0">
                <a:solidFill>
                  <a:schemeClr val="tx1"/>
                </a:solidFill>
              </a:rPr>
              <a:t> — User Decision Features</a:t>
            </a:r>
          </a:p>
          <a:p>
            <a:r>
              <a:rPr lang="en-US" dirty="0">
                <a:solidFill>
                  <a:schemeClr val="tx1"/>
                </a:solidFill>
              </a:rPr>
              <a:t>Compare up to 3 listings side-by-side </a:t>
            </a:r>
          </a:p>
          <a:p>
            <a:r>
              <a:rPr lang="en-US" dirty="0">
                <a:solidFill>
                  <a:schemeClr val="tx1"/>
                </a:solidFill>
              </a:rPr>
              <a:t>Add and view reviews </a:t>
            </a:r>
          </a:p>
          <a:p>
            <a:r>
              <a:rPr lang="en-US" dirty="0">
                <a:solidFill>
                  <a:schemeClr val="tx1"/>
                </a:solidFill>
              </a:rPr>
              <a:t>Similar listing recommendations </a:t>
            </a:r>
          </a:p>
          <a:p>
            <a:r>
              <a:rPr lang="en-US" dirty="0">
                <a:solidFill>
                  <a:schemeClr val="tx1"/>
                </a:solidFill>
              </a:rPr>
              <a:t>In-app notifications 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Phase 4 </a:t>
            </a:r>
            <a:r>
              <a:rPr lang="en-US" b="1" dirty="0">
                <a:solidFill>
                  <a:schemeClr val="tx1"/>
                </a:solidFill>
              </a:rPr>
              <a:t>— Deployment &amp; Finalization</a:t>
            </a:r>
          </a:p>
          <a:p>
            <a:r>
              <a:rPr lang="en-US" dirty="0">
                <a:solidFill>
                  <a:schemeClr val="tx1"/>
                </a:solidFill>
              </a:rPr>
              <a:t>Deploy frontend on Vercel </a:t>
            </a:r>
          </a:p>
          <a:p>
            <a:r>
              <a:rPr lang="en-US" dirty="0">
                <a:solidFill>
                  <a:schemeClr val="tx1"/>
                </a:solidFill>
              </a:rPr>
              <a:t>Deploy backend on Render </a:t>
            </a:r>
          </a:p>
          <a:p>
            <a:r>
              <a:rPr lang="en-US" dirty="0">
                <a:solidFill>
                  <a:schemeClr val="tx1"/>
                </a:solidFill>
              </a:rPr>
              <a:t>Connect frontend to live backend </a:t>
            </a:r>
          </a:p>
          <a:p>
            <a:r>
              <a:rPr lang="en-US" dirty="0">
                <a:solidFill>
                  <a:schemeClr val="tx1"/>
                </a:solidFill>
              </a:rPr>
              <a:t>Final testing and README documentation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/>
        </p:nvSpPr>
        <p:spPr>
          <a:xfrm>
            <a:off x="227525" y="184674"/>
            <a:ext cx="7698000" cy="4798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tx1"/>
                </a:solidFill>
                <a:latin typeface="Oswald"/>
                <a:ea typeface="Oswald"/>
                <a:cs typeface="Oswald"/>
                <a:sym typeface="Oswald"/>
              </a:rPr>
              <a:t>My next step</a:t>
            </a:r>
            <a:endParaRPr sz="2400"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- Keep </a:t>
            </a:r>
            <a:r>
              <a:rPr lang="en-US" sz="2400" dirty="0">
                <a:solidFill>
                  <a:schemeClr val="tx1"/>
                </a:solidFill>
              </a:rPr>
              <a:t>building portfolio projects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- Continue </a:t>
            </a:r>
            <a:r>
              <a:rPr lang="en-US" sz="2400" dirty="0">
                <a:solidFill>
                  <a:schemeClr val="tx1"/>
                </a:solidFill>
              </a:rPr>
              <a:t>improving React and backend skills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- Practice </a:t>
            </a:r>
            <a:r>
              <a:rPr lang="en-US" sz="2400" dirty="0">
                <a:solidFill>
                  <a:schemeClr val="tx1"/>
                </a:solidFill>
              </a:rPr>
              <a:t>technical interviews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- Start </a:t>
            </a:r>
            <a:r>
              <a:rPr lang="en-US" sz="2400" dirty="0">
                <a:solidFill>
                  <a:schemeClr val="tx1"/>
                </a:solidFill>
              </a:rPr>
              <a:t>applying for </a:t>
            </a:r>
            <a:r>
              <a:rPr lang="en-US" sz="2400" dirty="0" smtClean="0">
                <a:solidFill>
                  <a:schemeClr val="tx1"/>
                </a:solidFill>
              </a:rPr>
              <a:t>developer </a:t>
            </a:r>
            <a:r>
              <a:rPr lang="en-US" sz="2400" dirty="0" smtClean="0">
                <a:solidFill>
                  <a:schemeClr val="tx1"/>
                </a:solidFill>
              </a:rPr>
              <a:t>roles</a:t>
            </a:r>
            <a:endParaRPr lang="en-US" sz="2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tx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Smiley Face 3"/>
          <p:cNvSpPr/>
          <p:nvPr/>
        </p:nvSpPr>
        <p:spPr>
          <a:xfrm>
            <a:off x="4145280" y="3337560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36091</TotalTime>
  <Words>453</Words>
  <Application>Microsoft Office PowerPoint</Application>
  <PresentationFormat>On-screen Show (16:9)</PresentationFormat>
  <Paragraphs>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Oswald</vt:lpstr>
      <vt:lpstr>Arial</vt:lpstr>
      <vt:lpstr>Simple Dark</vt:lpstr>
      <vt:lpstr>Simple Dark</vt:lpstr>
      <vt:lpstr>PowerPoint Presentation</vt:lpstr>
      <vt:lpstr>Smart Rental Listings App</vt:lpstr>
      <vt:lpstr>Technical Stack</vt:lpstr>
      <vt:lpstr>Feature list / Project Highlights</vt:lpstr>
      <vt:lpstr>Link</vt:lpstr>
      <vt:lpstr>Career Prep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Osher</dc:creator>
  <cp:lastModifiedBy>Osher</cp:lastModifiedBy>
  <cp:revision>26</cp:revision>
  <dcterms:modified xsi:type="dcterms:W3CDTF">2026-07-05T13:37:42Z</dcterms:modified>
</cp:coreProperties>
</file>